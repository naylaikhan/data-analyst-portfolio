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801A"/>
    <a:srgbClr val="C14E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10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12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93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684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99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06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086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212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32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429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567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943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2716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270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199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860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716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77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0510E-4004-4B15-ADB1-176997898CB9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1399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0FB292-6E05-B6FB-7CB5-901253EC5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EEAD33-3072-985D-D834-C946D990C7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38411-D1F3-6E67-64B1-6823B403B4AA}"/>
              </a:ext>
            </a:extLst>
          </p:cNvPr>
          <p:cNvSpPr txBox="1"/>
          <p:nvPr/>
        </p:nvSpPr>
        <p:spPr>
          <a:xfrm>
            <a:off x="238125" y="1031458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tx1"/>
                </a:solidFill>
                <a:highlight>
                  <a:srgbClr val="FFFF00"/>
                </a:highlight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58765F-F470-D839-DF38-742EDC4D78AA}"/>
              </a:ext>
            </a:extLst>
          </p:cNvPr>
          <p:cNvSpPr txBox="1"/>
          <p:nvPr/>
        </p:nvSpPr>
        <p:spPr>
          <a:xfrm>
            <a:off x="238125" y="1781175"/>
            <a:ext cx="3629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kern="100" dirty="0">
                <a:solidFill>
                  <a:schemeClr val="bg1"/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3200" b="1" u="sng" kern="10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KPI’s</a:t>
            </a:r>
            <a:endParaRPr lang="en-IN" sz="3200" kern="100" dirty="0">
              <a:solidFill>
                <a:schemeClr val="bg1"/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CE9B8B-2D62-6FC5-F533-51B277FAA9AA}"/>
              </a:ext>
            </a:extLst>
          </p:cNvPr>
          <p:cNvSpPr txBox="1"/>
          <p:nvPr/>
        </p:nvSpPr>
        <p:spPr>
          <a:xfrm>
            <a:off x="238125" y="2524125"/>
            <a:ext cx="1024890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(₹)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Overall revenue generated from food orders.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Rating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Customer satisfaction level across all restaurants.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Order Value (₹)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Revenue per order.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Ratings Count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Total number of customer reviews.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Orders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Number of food orders received.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FAB0FD-ADA4-7DAC-2252-1C31E9B304AB}"/>
              </a:ext>
            </a:extLst>
          </p:cNvPr>
          <p:cNvSpPr/>
          <p:nvPr/>
        </p:nvSpPr>
        <p:spPr>
          <a:xfrm>
            <a:off x="0" y="5367"/>
            <a:ext cx="12192000" cy="826325"/>
          </a:xfrm>
          <a:prstGeom prst="rect">
            <a:avLst/>
          </a:prstGeom>
          <a:solidFill>
            <a:schemeClr val="tx2">
              <a:lumMod val="90000"/>
              <a:lumOff val="1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black background with orange letters&#10;&#10;AI-generated content may be incorrect.">
            <a:extLst>
              <a:ext uri="{FF2B5EF4-FFF2-40B4-BE49-F238E27FC236}">
                <a16:creationId xmlns:a16="http://schemas.microsoft.com/office/drawing/2014/main" id="{A212D835-CC4C-D1E5-66E2-0FF782710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48" y="0"/>
            <a:ext cx="2836304" cy="82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714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AF176-DF1F-192A-9708-9DBE50139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FA51EC-DFC2-799E-764B-1B8E945A7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B6CC2A-4F97-69E5-4BE4-A1DDAB8D0D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C837F-3A3E-C158-7E72-027D567ECE72}"/>
              </a:ext>
            </a:extLst>
          </p:cNvPr>
          <p:cNvSpPr txBox="1"/>
          <p:nvPr/>
        </p:nvSpPr>
        <p:spPr>
          <a:xfrm>
            <a:off x="238125" y="1031458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highlight>
                  <a:srgbClr val="FFFF00"/>
                </a:highlight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C2EA6-5D3A-EE8F-F1B1-A0EF9A3048FB}"/>
              </a:ext>
            </a:extLst>
          </p:cNvPr>
          <p:cNvSpPr txBox="1"/>
          <p:nvPr/>
        </p:nvSpPr>
        <p:spPr>
          <a:xfrm>
            <a:off x="238125" y="1781175"/>
            <a:ext cx="3629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kern="100" dirty="0">
                <a:solidFill>
                  <a:schemeClr val="bg1"/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3200" b="1" u="sng" kern="10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CHART’S</a:t>
            </a:r>
            <a:endParaRPr lang="en-IN" sz="3200" kern="100" dirty="0">
              <a:solidFill>
                <a:schemeClr val="bg1"/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AD5524-C68E-88FE-2EBF-F169E406EE2F}"/>
              </a:ext>
            </a:extLst>
          </p:cNvPr>
          <p:cNvSpPr txBox="1"/>
          <p:nvPr/>
        </p:nvSpPr>
        <p:spPr>
          <a:xfrm>
            <a:off x="238125" y="2448084"/>
            <a:ext cx="11706225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Sales Trend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Shows how total sales fluctuate month by month.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Sales Trend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Highlights order and revenue variations across days of the week.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by Food Type (Veg vs Non-Veg)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Compares revenue contribution by cuisine type.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by State (Map Visualization)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Displays state-wise revenue distribution.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Quarterly Performance Summary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Combines Sales, Ratings, and Orders by Quarter.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Cities by Sales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Identifies leading cities contributing the most revenue.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Trend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Monitors weekly fluctuations in sales to identify consistency or peak periods.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0EBFD6-ADFC-D753-A7B3-49669D014C20}"/>
              </a:ext>
            </a:extLst>
          </p:cNvPr>
          <p:cNvSpPr/>
          <p:nvPr/>
        </p:nvSpPr>
        <p:spPr>
          <a:xfrm>
            <a:off x="0" y="5367"/>
            <a:ext cx="12192000" cy="826325"/>
          </a:xfrm>
          <a:prstGeom prst="rect">
            <a:avLst/>
          </a:prstGeom>
          <a:solidFill>
            <a:schemeClr val="tx2">
              <a:lumMod val="90000"/>
              <a:lumOff val="1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black background with orange letters&#10;&#10;AI-generated content may be incorrect.">
            <a:extLst>
              <a:ext uri="{FF2B5EF4-FFF2-40B4-BE49-F238E27FC236}">
                <a16:creationId xmlns:a16="http://schemas.microsoft.com/office/drawing/2014/main" id="{FB4A3C7D-D868-AFCD-AD47-9399E3CCC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48" y="0"/>
            <a:ext cx="2836304" cy="82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9417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3067</TotalTime>
  <Words>166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Lato Black</vt:lpstr>
      <vt:lpstr>Trebuchet MS</vt:lpstr>
      <vt:lpstr>Wingdings</vt:lpstr>
      <vt:lpstr>Berlin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Swapnjeet S</dc:creator>
  <cp:lastModifiedBy>Naila Iram</cp:lastModifiedBy>
  <cp:revision>5</cp:revision>
  <dcterms:created xsi:type="dcterms:W3CDTF">2025-11-10T15:38:41Z</dcterms:created>
  <dcterms:modified xsi:type="dcterms:W3CDTF">2026-01-20T16:09:40Z</dcterms:modified>
</cp:coreProperties>
</file>